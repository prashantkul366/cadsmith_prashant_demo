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Mean Chamfer Distance — lower is better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Chamfer Distance (mm)</c:v>
                </c:pt>
              </c:strCache>
            </c:strRef>
          </c:tx>
          <c:spPr>
            <a:solidFill>
              <a:srgbClr val="8A93A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D1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Zero-shot,
single call</c:v>
                  </c:pt>
                  <c:pt idx="1">
                    <c:v>Full pipeline,
no vision</c:v>
                  </c:pt>
                  <c:pt idx="2">
                    <c:v>Full pipeline,
with vision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28.37</c:v>
                </c:pt>
                <c:pt idx="1">
                  <c:v>18.19</c:v>
                </c:pt>
                <c:pt idx="2">
                  <c:v>0.74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2E37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C"/>
        </a:solidFill>
        <a:ln>
          <a:noFill/>
        </a:ln>
        <a:effectLst/>
      </c:spPr>
    </c:plotArea>
    <c:plotVisOnly val="1"/>
    <c:dispBlanksAs val="span"/>
  </c:chart>
  <c:spPr>
    <a:solidFill>
      <a:srgbClr val="1216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the visitor what part they need. The gear on screen took two seconds and no model call — it came from the standard-parts catalogue. Everything in this deck is a screenshot of the running application,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to land: generation is not the hard part any more. Verification is. The 38x number is the research team's, measured on their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 runs on a stronger model than the Coder, so it is not grading its own homework. The inner loop handles code that will not run; the outer loop handles code that runs and builds the wrong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sentence out loud: a real involute profile, not a star polygon. Bearings, bolts, nuts, washers, screws, pins, o-rings, springs, pulleys, gears, shafts, keys, bushings, retaining rings, collars, couplings, set screws, threaded 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 the teeth slider during the demo. The point: the artefact is parametric source, so the visitor's own change is one drag away rather than a new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advisory rows as well as the blocking ones — being explicit about which checks are allowed to fail a part is the honest part of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drawing is the answer to “can I actually use this?”. Hand the DXF to the visitor if they want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Japanese-speaking visitor arrives, switch the language and hand them the keyboard. The prompt cards are translated term for term, so the part built from either language is the same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fallback plan as much as a feature. If the venue Wi-Fi dies, the catalogue, the sliders, the drawing and a replayed run carry the whole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straight about the hard tiers: a small local model builds them but rarely gets every dimension right. That is what the measured checks are for — the failures are visible rather than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this table explicitly. It is the research team's measurement, not ours, and it is why the application was worth building around this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this question at a stand and answer it before it is asked. Saying clearly what is not yours is what makes the rest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limits is the fastest way to earn a technical visitor's trust. Each of these is a known, written-down gap, not a surprise.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supplied headshot into the dashed box, then delete the placeholder text inside it. Keep the photo square-cropped so it sits level with the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over the keyboard. The strongest moment on a stand is a visitor typing their own part and watching it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sentence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part you can make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CADSmith turns a plain-language description into CAD geometry, then measures the result in the CAD kernel and rejects it if the dimensions are wrong.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Presenter name 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Role · Organisation ]   ·   [ Event · Date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03136" y="1179576"/>
            <a:ext cx="4864608" cy="3675888"/>
          </a:xfrm>
          <a:prstGeom prst="roundRect">
            <a:avLst>
              <a:gd name="adj" fmla="val 1244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7" name="Image 0" descr="/home/user/cadsmith_prashant_demo/docs/expo/img/crop-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754880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0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SPUR GEAR 50 MM · 2 SECONDS · NO MODEL CALL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pipeline and benchmark: Jesse Barkley, Rumi Loghmani and Amir Barati Farimani, Carnegie Mellon University (arXiv:2603.26512). This exhibit is the application built around it.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 that looks right is not a part you can make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once, never checked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text-to-CAD produces a shape in a single pass. Nothing measures whether it is the shape that was asked for.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2057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render cannot see millimetres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65176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inspection catches a missing hole. It cannot tell 47.14 mm from 47 mm — and the bolt pattern is the part that has to fit.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5904" y="2057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enough is scrap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265176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workshop a plausible part is a wasted billet, a wasted setup and a wasted afternoon.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617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28.37 mm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Chamfer error — one model call, no verification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4617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 mm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benchmark with planning, kernel measurement and a vision Judge in the loop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4617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38× reduction, from measuring what was built rather than trusting what was generated.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Figures: published CADSmith results, arXiv:2603.26512 — 100 hand-written benchmark prompts, absolute millimetre space with ICP alignment.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agents and two correction loops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55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029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the sentence into a design spec: components, dimensions, constraints.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26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CadQuery Python, with retrieval over the CAD API documentation.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478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8221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it in a sandbox, builds the solid in the OpenCASCADE kernel, exports STEP and STL.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4439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7183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the solid and shows a vision Judge three rendered views alongside the numbers.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67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3400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6144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the exact failure and rewrites the code. Inner loop for errors, outer loop for geometry.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05856" y="1728216"/>
            <a:ext cx="5961888" cy="3562502"/>
          </a:xfrm>
          <a:prstGeom prst="roundRect">
            <a:avLst>
              <a:gd name="adj" fmla="val 1283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25" name="Image 0" descr="/home/user/cadsmith_prashant_demo/docs/expo/img/08-agents-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83080"/>
            <a:ext cx="5852160" cy="345277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760720" y="540044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PLAN, THE TARGET DIMENSIONS AND THE SPEND, WHILE IT RUNS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760720" y="573877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attempt is kept — including the rejected ones.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1 · STANDARD PARTS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parts should never be generated at all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M8 bolt, a 6203 bearing, a 50 mm spur gear: the dimensions come from a published standard, so a model can only introduce error. CADSmith serves these from a catalogue — exactly, instantly, with no model call — and refuses anything ambiguous.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families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36118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spent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5720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correctly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5696" y="1682496"/>
            <a:ext cx="6967728" cy="4155948"/>
          </a:xfrm>
          <a:prstGeom prst="roundRect">
            <a:avLst>
              <a:gd name="adj" fmla="val 11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14" name="Image 0" descr="/home/user/cadsmith_prashant_demo/docs/expo/img/02-hero-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737360"/>
            <a:ext cx="6858000" cy="40462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480560" y="59847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BADGED CATALOGUE · NO JUDGE VERDICT · NO MODEL CALL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 no agent produced must never read as evidence that the agents work — so it is badged everywhere it appears, and the catalogue can be switched off to reproduce the published pipeline exactly.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2 · IT STAYS PARAMETRIC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number and the kernel rebuilds the part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source code, not a downloaded mesh. Every named value in the generated script becomes a slider, and letting go rebuilds the solid in about a second — no model call, no new prompt, no lost work.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Here: 18 teeth to 34, and the gear is genuinely re-cut, from 50 mm to 92 mm across.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572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it 15 mm thick” works too — in English or Japanese — by rewriting the assignment in the script, with no model call at all.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728216"/>
            <a:ext cx="7333488" cy="4371746"/>
          </a:xfrm>
          <a:prstGeom prst="roundRect">
            <a:avLst>
              <a:gd name="adj" fmla="val 1046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8" name="Image 0" descr="/home/user/cadsmith_prashant_demo/docs/expo/img/04-parame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783080"/>
            <a:ext cx="7223760" cy="42620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89120" y="622797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1 · REBUILT BY THE CAD KERNEL · 0 TOKENS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TRUSTWORTHY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overrules the Judge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Judge has been seen passing a plate with one hole where four were asked for, and rejecting a part whose volume was exactly right.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measurable claim the plan made is measured on the built solid, and the measurement decides. A hole-count shortfall blocks the version however confident the Judge was.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526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checks may block was decided by measurement, not taste. Overall bounding box and volume flagged correct parts in testing, so they are reported and never block — a gate that rejects good work gets switched off, which is worse than having none.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65776" y="1682496"/>
            <a:ext cx="6601968" cy="3940150"/>
          </a:xfrm>
          <a:prstGeom prst="roundRect">
            <a:avLst>
              <a:gd name="adj" fmla="val 116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8" name="Image 0" descr="/home/user/cadsmith_prashant_demo/docs/expo/img/composite-meas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37360"/>
            <a:ext cx="6492240" cy="383042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120640" y="576895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CLAIM MEASURED · THE JUDGE'S THREE VIEWS · EVERY ATTEMPT KEPT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ends in a drawing and a file, not a picture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drawing sheet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1226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left, top and isometric, projected from the exported solid, with dimensions, a title block and a first-angle projection symbol.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 workshop opens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7530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and STL for CAM and printing, DXF for the drawing, GLTF for assemblies — and the CadQuery source itself.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Measurements, not estimates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3834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box, volume, face and edge counts and watertightness come from the kernel that built the solid.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31536" y="1636776"/>
            <a:ext cx="6144768" cy="4396070"/>
          </a:xfrm>
          <a:prstGeom prst="roundRect">
            <a:avLst>
              <a:gd name="adj" fmla="val 104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11" name="Image 0" descr="/home/user/cadsmith_prashant_demo/docs/expo/img/crop-draw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91640"/>
            <a:ext cx="6035040" cy="42863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0" y="616086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FROM THE PART ON SCREEN · DOWNLOADS AS DXF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BILINGUAL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and Japanese, down to the title block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interface, the run log, the verdicts, the kernel facts, the benchmark prompts and the drawing's own title block.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「厚さを 5mm にする」 edits the part without a model call, and 「20歯 モジュール2 の平歯車」 reaches the catalogue — while 「20歯の歯車を入れるギヤボックス」 is correctly read as a gearbox, not a gear.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7316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deliberately not translated: what the model reads. The agents are steered in English, and a test fails the build if a Japanese string appears in a module that talks to a model.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91456" y="1728216"/>
            <a:ext cx="6876288" cy="4101998"/>
          </a:xfrm>
          <a:prstGeom prst="roundRect">
            <a:avLst>
              <a:gd name="adj" fmla="val 1115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8" name="Image 0" descr="/home/user/cadsmith_prashant_demo/docs/expo/img/06-japan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6766560" cy="39922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46320" y="595823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PART, SAME NUMBERS, READ IN JAPANESE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still works with the network down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parts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942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families, exact, about two seconds each.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737360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edits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24942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and plain-language edits rebuild in the kernel.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18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drawings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47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from any solid already exported.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3035808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3218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547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STEP, STL, GLTF, DXF and the source.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17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runs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 real run — real geometry, real verdicts, marked REPLAY.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4334256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4517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history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846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past run, every attempt, side by side.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737360"/>
            <a:ext cx="4754880" cy="3703320"/>
          </a:xfrm>
          <a:prstGeom prst="roundRect">
            <a:avLst>
              <a:gd name="adj" fmla="val 1481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pic>
        <p:nvPicPr>
          <p:cNvPr id="23" name="Image 0" descr="/home/user/cadsmith_prashant_demo/docs/expo/img/crop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965960"/>
            <a:ext cx="1737360" cy="326440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918972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kept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189720" y="2468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Converged, not converged, failed or served from the catalogue — in either language, each run keeps its badge, its attempts and its exports, and any of them can be reopened and compared.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833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five agents need a model backend. Everything a visitor sees in the first sixty seconds needs neither a network nor an API key.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RUN ON A SMALL LOCAL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prompts, end to end, on one laptop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 on every check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Qwen3-VL-8B running on the presenter's own machine — a small open model, not a frontier one. Seven further prompts never reached it, because the tunnel between the app and the model timed out; those are an infrastructure limit of that setup, not a result.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49440" y="182880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50608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/ 112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150608" y="25420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dimensional checks passed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345168" y="182880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46336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546336" y="25420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for a catalogue part, 0 tokens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0" y="342900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50608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s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150608" y="41422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for an agent-built part (median 110 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345168" y="342900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46336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387,302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546336" y="41422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tokens across 139 calls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works end to end on a model small enough to run on a laptop. It is not a claim about the state of the art.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PUBLISHED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underlying pipeline scores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94560"/>
          <a:ext cx="4663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IoU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Zero-shot, single 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pipeline, no 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0.9563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pipeline, with 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2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949440" y="41605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hand-written prompts in three tiers, every reference script written and inspected by hand. Metrics in absolute millimetre space with ICP alignment, so dimensional accuracy counts and not merely shape similarity.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Barkley, Loghmani &amp; Barati Farimani, arXiv:2603.26512, Carnegie Mellon University — their results, on their benchmark.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DID WHAT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is Carnegie Mellon's. The exhibit is the layer around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Carnegie Mellon University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Barkley · Loghmani · Barati Farimani — used unmodified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five-agent pipeline and its two correction loops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over the CadQuery API for the Coder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Judge's three-view protocol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100-prompt benchmark and its reference scripts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published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22,300 lines of Python and 3,900 of browser code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718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application: live reasoning, iterations, history, exports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standard-parts catalogue — 18 families, and the router that refuses ambiguity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specification checks that can block a version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drawings and DXF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sliders and model-free edits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per-run token ceiling and per-agent spend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and Japanese throughout; Claude on Amazon Bedrock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automated tests and 11 browser test suites cover the application layer; the research code is imported, never edited, so its published numbers stay reproducible.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 yet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37944"/>
            <a:ext cx="128016" cy="12801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parts still fail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hard tiers a small local model builds a solid but misses dimensions. The checks catch it; they do not fix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24328"/>
            <a:ext cx="128016" cy="12801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23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tolerances or GD&amp;T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523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are as modelled. The drawing says so, in those words, rather than implying a fit it cannot promise.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410712"/>
            <a:ext cx="128016" cy="12801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Assemblies are half done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3101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Clashes are detected and STEP keeps the components separate, but the viewer still shows one fused solid and the drawing has no parts list.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197096"/>
            <a:ext cx="128016" cy="12801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names are the script's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sliders are labelled with the identifiers the Coder chose, so they stay English even in Japanese.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28016" cy="12801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828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depends on the backend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8828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seconds from the catalogue; a minute or two for an agent run on a small local model.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that shows its failures is worth more than one that hides them — every rejected attempt stays on screen with the reason it was rejected.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 talking 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4206240"/>
          </a:xfrm>
          <a:prstGeom prst="roundRect">
            <a:avLst>
              <a:gd name="adj" fmla="val 1395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232B35"/>
          </a:solidFill>
          <a:ln w="19050">
            <a:solidFill>
              <a:srgbClr val="F5A52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05156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PHOTO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this box with the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 supplied by the presenter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2011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Presenter name ]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560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Role · Team · Organisation 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06324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exhibited application — the interface, the standard-parts catalogue, the measured checks, the drawings and the bilingual layer — around the published CADSmith pipeline.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on background: what you work on, and why this.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4892040"/>
            <a:ext cx="6675120" cy="1280160"/>
          </a:xfrm>
          <a:prstGeom prst="roundRect">
            <a:avLst>
              <a:gd name="adj" fmla="val 4286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505663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specification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portrait or square crop, head and shoulders, 1000 × 1000 px or larger, plain or softly blurred background, even lighting, JPEG or PNG. Landscape crops and phone snaps at an angle look wrong beside the screenshots.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43708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email ]   ·   [ repository or QR destination ]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 AND TRY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part. Watch it get made.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9864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need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72968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English or Japanese, in your own words — no CAD skills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85876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get checked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133088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plan, the code, the kernel's measurements and the Judge's verdict.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347472" cy="3474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81888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file with you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093208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STEP, STL, DXF or the drawing — whatever your own tools open.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3291840" cy="3291840"/>
          </a:xfrm>
          <a:prstGeom prst="roundRect">
            <a:avLst>
              <a:gd name="adj" fmla="val 1667"/>
            </a:avLst>
          </a:prstGeom>
          <a:solidFill>
            <a:srgbClr val="1C222B"/>
          </a:solidFill>
          <a:ln w="12700">
            <a:solidFill>
              <a:srgbClr val="2E37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828800"/>
            <a:ext cx="2377440" cy="2377440"/>
          </a:xfrm>
          <a:prstGeom prst="roundRect">
            <a:avLst>
              <a:gd name="adj" fmla="val 2308"/>
            </a:avLst>
          </a:prstGeom>
          <a:solidFill>
            <a:srgbClr val="232B35"/>
          </a:solidFill>
          <a:ln w="19050">
            <a:solidFill>
              <a:srgbClr val="2E374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77824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CODE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repository or contact 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Presenter name · email ]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CADSmith pipeline and benchmark: Barkley, Loghmani &amp; Barati Farimani, Carnegie Mellon University (arXiv:2603.26512), used unmodified.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CADSmith — tech expo</dc:title>
  <dc:subject>PptxGenJS Presentation</dc:subject>
  <dc:creator>CADSmith</dc:creator>
  <cp:lastModifiedBy>CADSmith</cp:lastModifiedBy>
  <cp:revision>1</cp:revision>
  <dcterms:created xsi:type="dcterms:W3CDTF">2026-09-24T08:50:48Z</dcterms:created>
  <dcterms:modified xsi:type="dcterms:W3CDTF">2026-09-24T08:50:48Z</dcterms:modified>
</cp:coreProperties>
</file>